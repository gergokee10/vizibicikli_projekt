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3E5"/>
    <a:srgbClr val="212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9160C3-1811-48E8-B4E4-AE29BA3B731B}" v="770" dt="2026-09-27T15:00:56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E0E3E5"/>
                </a:solidFill>
              </a:rPr>
              <a:t>Vízibicikli</a:t>
            </a:r>
            <a:r>
              <a:rPr lang="en-GB" dirty="0">
                <a:solidFill>
                  <a:srgbClr val="E0E3E5"/>
                </a:solidFill>
              </a:rPr>
              <a:t> </a:t>
            </a:r>
            <a:r>
              <a:rPr lang="en-GB" dirty="0" err="1">
                <a:solidFill>
                  <a:srgbClr val="E0E3E5"/>
                </a:solidFill>
              </a:rPr>
              <a:t>kölcsönző</a:t>
            </a:r>
            <a:endParaRPr lang="en-GB" dirty="0">
              <a:solidFill>
                <a:srgbClr val="E0E3E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13B3F-28E0-8F5C-1D9C-23414FFB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382" y="3682428"/>
            <a:ext cx="8403236" cy="7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6DBF50F6-DD88-4D9F-B7D3-79B989980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16BBDC2-6929-469E-B7C4-A03E77BF9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2C81-E4C4-BDF6-5CA7-591B3E504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409" y="3938715"/>
            <a:ext cx="3034998" cy="19936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A </a:t>
            </a:r>
            <a:r>
              <a:rPr lang="en-US" sz="4000" dirty="0" err="1">
                <a:solidFill>
                  <a:schemeClr val="tx2"/>
                </a:solidFill>
              </a:rPr>
              <a:t>képek</a:t>
            </a:r>
            <a:r>
              <a:rPr lang="en-US" sz="4000" dirty="0">
                <a:solidFill>
                  <a:schemeClr val="tx2"/>
                </a:solidFill>
              </a:rPr>
              <a:t>:</a:t>
            </a:r>
            <a:endParaRPr lang="en-US" sz="4000" kern="1200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344E6B5-C9F5-4338-9E33-003B123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2" y="170309"/>
            <a:ext cx="2514948" cy="2174333"/>
            <a:chOff x="-305" y="-4155"/>
            <a:chExt cx="2514948" cy="2174333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90B0F8D-9E81-4DE8-95D5-1A26E9390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30BA43A-83E9-4C67-92A6-F247FB37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2F3A0CC-EBFE-405D-B0C0-27DE361ED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F2E853E-B55A-4FFD-B90E-6FB4F31BD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056011-D9BD-961F-C204-11077D23C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27" b="10388"/>
          <a:stretch>
            <a:fillRect/>
          </a:stretch>
        </p:blipFill>
        <p:spPr>
          <a:xfrm>
            <a:off x="818048" y="753455"/>
            <a:ext cx="10555905" cy="2968823"/>
          </a:xfrm>
          <a:prstGeom prst="rect">
            <a:avLst/>
          </a:prstGeom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FDFEDBF7-8E2C-46B8-9095-AE1D77E2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4" y="4560733"/>
            <a:ext cx="3061445" cy="2297266"/>
            <a:chOff x="-305" y="-1"/>
            <a:chExt cx="3832880" cy="2876136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0202872-FBB0-4F11-BC49-9FB400B21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DEB2F40-D411-4D44-9638-AE0342C7F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07F7D91-A991-4196-AF73-327E04B56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78739A9-E67C-40E5-9468-0A68AEC54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2070195-6D33-48D4-D5C5-AD0BB69D1F52}"/>
              </a:ext>
            </a:extLst>
          </p:cNvPr>
          <p:cNvSpPr txBox="1"/>
          <p:nvPr/>
        </p:nvSpPr>
        <p:spPr>
          <a:xfrm>
            <a:off x="6095999" y="4237290"/>
            <a:ext cx="387409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/>
              <a:t>Az </a:t>
            </a:r>
            <a:r>
              <a:rPr lang="en-GB" dirty="0" err="1"/>
              <a:t>oldalon</a:t>
            </a:r>
            <a:r>
              <a:rPr lang="en-GB" dirty="0"/>
              <a:t> </a:t>
            </a:r>
            <a:r>
              <a:rPr lang="en-GB" dirty="0" err="1"/>
              <a:t>szinte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első</a:t>
            </a:r>
            <a:r>
              <a:rPr lang="en-GB" dirty="0"/>
              <a:t> </a:t>
            </a:r>
            <a:r>
              <a:rPr lang="en-GB" dirty="0" err="1"/>
              <a:t>dolog</a:t>
            </a:r>
            <a:r>
              <a:rPr lang="en-GB" dirty="0"/>
              <a:t> </a:t>
            </a:r>
            <a:r>
              <a:rPr lang="en-GB" dirty="0" err="1"/>
              <a:t>amit</a:t>
            </a:r>
            <a:r>
              <a:rPr lang="en-GB" dirty="0"/>
              <a:t> </a:t>
            </a:r>
            <a:r>
              <a:rPr lang="en-GB" dirty="0" err="1"/>
              <a:t>észreveszel</a:t>
            </a:r>
            <a:r>
              <a:rPr lang="en-GB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GB" dirty="0"/>
              <a:t>3 </a:t>
            </a:r>
            <a:r>
              <a:rPr lang="en-GB" dirty="0" err="1"/>
              <a:t>váltakozó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lapozható</a:t>
            </a:r>
            <a:r>
              <a:rPr lang="en-GB" dirty="0"/>
              <a:t> </a:t>
            </a:r>
            <a:r>
              <a:rPr lang="en-GB" dirty="0" err="1"/>
              <a:t>kép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kis</a:t>
            </a:r>
            <a:r>
              <a:rPr lang="en-GB" dirty="0"/>
              <a:t> </a:t>
            </a:r>
            <a:r>
              <a:rPr lang="en-GB" dirty="0" err="1"/>
              <a:t>leírással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010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0FFF31-E3B6-35A7-24A1-61B367E5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 fejléc: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16658F-1C6B-0482-E187-10509FF62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1518496"/>
            <a:ext cx="10843065" cy="146381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Oval 80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B371F1-FCA7-E156-B703-E64B7C205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 fejlécben találhatóak az oldal különböző részeihez hivatkozások, valamint egy gomb a foglaláshoz.</a:t>
            </a:r>
          </a:p>
        </p:txBody>
      </p:sp>
    </p:spTree>
    <p:extLst>
      <p:ext uri="{BB962C8B-B14F-4D97-AF65-F5344CB8AC3E}">
        <p14:creationId xmlns:p14="http://schemas.microsoft.com/office/powerpoint/2010/main" val="1714187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F24E074-CE8F-48F3-B307-52A8C61F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 szolgáltatások: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AFE260-D088-3682-E0B8-1F366201C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121" y="4171528"/>
            <a:ext cx="9163757" cy="4504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Ezen a részen 8 kártya található, amiken felsoroljuk a szolgáltatásaink különböző típusait.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630970-4185-BEE7-C7BA-2E5C2FF1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81" b="2062"/>
          <a:stretch>
            <a:fillRect/>
          </a:stretch>
        </p:blipFill>
        <p:spPr>
          <a:xfrm>
            <a:off x="1725999" y="320231"/>
            <a:ext cx="8678549" cy="2836567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742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ED4ADB3-C6E5-44F4-960B-D8CDEC8E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46B98A5-2874-4160-A801-37F774304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862" y="549276"/>
            <a:ext cx="7200149" cy="5759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7835A-6DFF-F16A-C7FB-68DC77CF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13" y="1018724"/>
            <a:ext cx="6115890" cy="539750"/>
          </a:xfrm>
        </p:spPr>
        <p:txBody>
          <a:bodyPr>
            <a:normAutofit/>
          </a:bodyPr>
          <a:lstStyle/>
          <a:p>
            <a:r>
              <a:rPr lang="en-GB" sz="2200" dirty="0"/>
              <a:t>A </a:t>
            </a:r>
            <a:r>
              <a:rPr lang="en-GB" sz="2200" dirty="0" err="1"/>
              <a:t>vélemények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DDE79B-A5E7-4416-9FDF-A11E38510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0863" y="1846203"/>
            <a:ext cx="7200900" cy="4462522"/>
            <a:chOff x="4656138" y="0"/>
            <a:chExt cx="6983409" cy="63087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DBB2F20-9E4E-43B2-86CD-7D76C5744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2794" cy="6308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F981160-1756-4176-9381-12ED4B531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18D65E0-26C5-4911-8E24-AF1E27F81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47371C-D5A3-5C66-72D0-FE2578BA6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63" y="2571702"/>
            <a:ext cx="6840900" cy="3009995"/>
          </a:xfrm>
          <a:prstGeom prst="rect">
            <a:avLst/>
          </a:prstGeom>
          <a:effectLst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435108-27F5-40B3-0757-AA75DC450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8770" y="2059200"/>
            <a:ext cx="3506162" cy="3783015"/>
          </a:xfrm>
        </p:spPr>
        <p:txBody>
          <a:bodyPr anchor="t">
            <a:normAutofit/>
          </a:bodyPr>
          <a:lstStyle/>
          <a:p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Itt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vannak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kitűzve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az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oldalunkra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néhány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vendégünk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élményei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és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 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véleményei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kölcsönzéssel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kapcsolatban</a:t>
            </a:r>
          </a:p>
        </p:txBody>
      </p:sp>
    </p:spTree>
    <p:extLst>
      <p:ext uri="{BB962C8B-B14F-4D97-AF65-F5344CB8AC3E}">
        <p14:creationId xmlns:p14="http://schemas.microsoft.com/office/powerpoint/2010/main" val="3825932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ED4ADB3-C6E5-44F4-960B-D8CDEC8E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46B98A5-2874-4160-A801-37F774304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862" y="549276"/>
            <a:ext cx="7200149" cy="5759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A67C1-B443-1477-2A60-0BBD0CEE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13" y="1018724"/>
            <a:ext cx="6115890" cy="539750"/>
          </a:xfrm>
        </p:spPr>
        <p:txBody>
          <a:bodyPr>
            <a:normAutofit/>
          </a:bodyPr>
          <a:lstStyle/>
          <a:p>
            <a:r>
              <a:rPr lang="en-GB" sz="2200" dirty="0" err="1"/>
              <a:t>Elérhetőség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DDE79B-A5E7-4416-9FDF-A11E38510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0863" y="1846203"/>
            <a:ext cx="7200900" cy="4462522"/>
            <a:chOff x="4656138" y="0"/>
            <a:chExt cx="6983409" cy="63087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DBB2F20-9E4E-43B2-86CD-7D76C5744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2794" cy="63087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F981160-1756-4176-9381-12ED4B531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18D65E0-26C5-4911-8E24-AF1E27F81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4656138" y="0"/>
              <a:ext cx="6983409" cy="6308725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851271-B0C6-E625-7969-7A485BEE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63" y="2999258"/>
            <a:ext cx="6840900" cy="2154884"/>
          </a:xfrm>
          <a:prstGeom prst="rect">
            <a:avLst/>
          </a:prstGeom>
          <a:effectLst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C7C160-6325-23D7-8DE9-979406978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8770" y="2059200"/>
            <a:ext cx="3463433" cy="3783015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A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strandunk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helyszíne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és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elérhetőségeink</a:t>
            </a:r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60000"/>
                  </a:schemeClr>
                </a:solidFill>
              </a:rPr>
              <a:t>módszerei</a:t>
            </a:r>
          </a:p>
        </p:txBody>
      </p:sp>
    </p:spTree>
    <p:extLst>
      <p:ext uri="{BB962C8B-B14F-4D97-AF65-F5344CB8AC3E}">
        <p14:creationId xmlns:p14="http://schemas.microsoft.com/office/powerpoint/2010/main" val="177866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C28B0-DAC9-0959-A742-2977B204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anchor="b">
            <a:normAutofit/>
          </a:bodyPr>
          <a:lstStyle/>
          <a:p>
            <a:r>
              <a:rPr lang="en-GB" sz="4800" dirty="0"/>
              <a:t>A </a:t>
            </a:r>
            <a:r>
              <a:rPr lang="en-GB" sz="4800" dirty="0" err="1"/>
              <a:t>Foglalási</a:t>
            </a:r>
            <a:r>
              <a:rPr lang="en-GB" sz="4800" dirty="0"/>
              <a:t> </a:t>
            </a:r>
            <a:r>
              <a:rPr lang="en-GB" sz="4800" dirty="0" err="1"/>
              <a:t>Űrlap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6CCD8E-7D8C-F1EE-FF94-3C62782C8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44" y="895610"/>
            <a:ext cx="5380872" cy="505802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939720-BA58-1CD7-6780-CFFAA4F62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016" y="2965592"/>
            <a:ext cx="4589328" cy="29873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Ezen </a:t>
            </a:r>
            <a:r>
              <a:rPr lang="en-US" sz="1800" dirty="0" err="1"/>
              <a:t>az</a:t>
            </a:r>
            <a:r>
              <a:rPr lang="en-US" sz="1800" dirty="0"/>
              <a:t> </a:t>
            </a:r>
            <a:r>
              <a:rPr lang="en-US" sz="1800" dirty="0" err="1"/>
              <a:t>űrlapon</a:t>
            </a:r>
            <a:r>
              <a:rPr lang="en-US" sz="1800" dirty="0"/>
              <a:t> </a:t>
            </a:r>
            <a:r>
              <a:rPr lang="en-US" sz="1800" dirty="0" err="1"/>
              <a:t>tudják</a:t>
            </a:r>
            <a:r>
              <a:rPr lang="en-US" sz="1800" dirty="0"/>
              <a:t> </a:t>
            </a:r>
            <a:r>
              <a:rPr lang="en-US" sz="1800" dirty="0" err="1"/>
              <a:t>vendégeink</a:t>
            </a:r>
            <a:r>
              <a:rPr lang="en-US" sz="1800" dirty="0"/>
              <a:t> </a:t>
            </a:r>
            <a:r>
              <a:rPr lang="en-US" sz="1800" dirty="0" err="1"/>
              <a:t>foglalási</a:t>
            </a:r>
            <a:r>
              <a:rPr lang="en-US" sz="1800" dirty="0"/>
              <a:t> </a:t>
            </a:r>
            <a:r>
              <a:rPr lang="en-US" sz="1800" dirty="0" err="1"/>
              <a:t>igényeiket</a:t>
            </a:r>
            <a:r>
              <a:rPr lang="en-US" sz="1800" dirty="0"/>
              <a:t> </a:t>
            </a:r>
            <a:r>
              <a:rPr lang="en-US" sz="1800" dirty="0" err="1"/>
              <a:t>benyújtani</a:t>
            </a:r>
            <a:r>
              <a:rPr lang="en-US" sz="1800" dirty="0"/>
              <a:t> </a:t>
            </a:r>
            <a:r>
              <a:rPr lang="en-US" sz="1800" dirty="0" err="1"/>
              <a:t>nekünk</a:t>
            </a:r>
            <a:r>
              <a:rPr lang="en-US" sz="1800" dirty="0"/>
              <a:t>.</a:t>
            </a:r>
          </a:p>
          <a:p>
            <a:r>
              <a:rPr lang="en-US" sz="1800" dirty="0"/>
              <a:t>Miután </a:t>
            </a:r>
            <a:r>
              <a:rPr lang="en-US" sz="1800" dirty="0" err="1"/>
              <a:t>megkaptuk</a:t>
            </a:r>
            <a:r>
              <a:rPr lang="en-US" sz="1800" dirty="0"/>
              <a:t> a </a:t>
            </a:r>
            <a:r>
              <a:rPr lang="en-US" sz="1800" dirty="0" err="1"/>
              <a:t>foglalást</a:t>
            </a:r>
            <a:r>
              <a:rPr lang="en-US" sz="1800" dirty="0"/>
              <a:t> </a:t>
            </a:r>
            <a:r>
              <a:rPr lang="en-US" sz="1800" dirty="0" err="1"/>
              <a:t>emailben</a:t>
            </a:r>
            <a:r>
              <a:rPr lang="en-US" sz="1800" dirty="0"/>
              <a:t> </a:t>
            </a:r>
            <a:r>
              <a:rPr lang="en-US" sz="1800" dirty="0" err="1"/>
              <a:t>válaszolunk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0210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A1658-CDF8-4D56-DADF-E5D1F2FE2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6578" y="685680"/>
            <a:ext cx="4203323" cy="3596201"/>
          </a:xfrm>
        </p:spPr>
        <p:txBody>
          <a:bodyPr>
            <a:normAutofit/>
          </a:bodyPr>
          <a:lstStyle/>
          <a:p>
            <a:pPr algn="r"/>
            <a:r>
              <a:rPr lang="en-GB" sz="5400" dirty="0" err="1">
                <a:solidFill>
                  <a:schemeClr val="bg1"/>
                </a:solidFill>
              </a:rPr>
              <a:t>Köszönjük</a:t>
            </a:r>
            <a:r>
              <a:rPr lang="en-GB" sz="5400" dirty="0">
                <a:solidFill>
                  <a:schemeClr val="bg1"/>
                </a:solidFill>
              </a:rPr>
              <a:t> a </a:t>
            </a:r>
            <a:r>
              <a:rPr lang="en-GB" sz="5400" dirty="0" err="1">
                <a:solidFill>
                  <a:schemeClr val="bg1"/>
                </a:solidFill>
              </a:rPr>
              <a:t>figyelmet</a:t>
            </a:r>
            <a:r>
              <a:rPr lang="en-GB" sz="5400" dirty="0">
                <a:solidFill>
                  <a:schemeClr val="bg1"/>
                </a:solidFill>
              </a:rPr>
              <a:t>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78478-0D5D-D89F-F6C4-BD2E11B55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22" y="1586802"/>
            <a:ext cx="4172845" cy="3526053"/>
          </a:xfrm>
          <a:prstGeom prst="rect">
            <a:avLst/>
          </a:prstGeom>
          <a:ln w="28575">
            <a:noFill/>
          </a:ln>
        </p:spPr>
      </p:pic>
      <p:sp>
        <p:nvSpPr>
          <p:cNvPr id="28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A8D274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0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A8D274">
              <a:alpha val="30000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2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0329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Vízibicikli kölcsönző</vt:lpstr>
      <vt:lpstr>A képek:</vt:lpstr>
      <vt:lpstr>A fejléc:</vt:lpstr>
      <vt:lpstr>A szolgáltatások:</vt:lpstr>
      <vt:lpstr>A vélemények</vt:lpstr>
      <vt:lpstr>Elérhetőség</vt:lpstr>
      <vt:lpstr>A Foglalási Űrlap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234</cp:revision>
  <dcterms:created xsi:type="dcterms:W3CDTF">2026-09-27T11:00:21Z</dcterms:created>
  <dcterms:modified xsi:type="dcterms:W3CDTF">2026-09-27T15:21:04Z</dcterms:modified>
</cp:coreProperties>
</file>